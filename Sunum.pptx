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Default Extension="fntdata" ContentType="application/x-fontdata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2" r:id="rId7"/>
    <p:sldId id="263" r:id="rId8"/>
    <p:sldId id="265" r:id="rId9"/>
    <p:sldId id="266" r:id="rId10"/>
    <p:sldId id="267" r:id="rId11"/>
    <p:sldId id="268" r:id="rId12"/>
    <p:sldId id="269" r:id="rId13"/>
  </p:sldIdLst>
  <p:sldSz cx="18288000" cy="10287000"/>
  <p:notesSz cx="6858000" cy="9144000"/>
  <p:embeddedFontLst>
    <p:embeddedFont>
      <p:font typeface="Calibri" panose="020F0502020204030204" pitchFamily="34" charset="0"/>
      <p:regular r:id="rId14"/>
      <p:bold r:id="rId15"/>
      <p:italic r:id="rId16"/>
      <p:boldItalic r:id="rId17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Orta Stil 2 - Vurgu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793D81CF-94F2-401A-BA57-92F5A7B2D0C5}" styleName="Orta Stil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 autoAdjust="0"/>
    <p:restoredTop sz="94622" autoAdjust="0"/>
  </p:normalViewPr>
  <p:slideViewPr>
    <p:cSldViewPr>
      <p:cViewPr varScale="1">
        <p:scale>
          <a:sx n="55" d="100"/>
          <a:sy n="55" d="100"/>
        </p:scale>
        <p:origin x="658" y="34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font" Target="fonts/font4.fntdata"/><Relationship Id="rId2" Type="http://schemas.openxmlformats.org/officeDocument/2006/relationships/slide" Target="slides/slide1.xml"/><Relationship Id="rId16" Type="http://schemas.openxmlformats.org/officeDocument/2006/relationships/font" Target="fonts/font3.fntdata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font" Target="fonts/font2.fntdata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font" Target="fonts/font1.fntdata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5/19/2026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5/19/2026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5/19/2026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5/19/2026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5/19/2026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5/19/2026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5/19/2026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5/19/2026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5/19/2026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5/19/2026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5/19/2026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5/19/2026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0" y="105034"/>
            <a:ext cx="18284428" cy="10199284"/>
            <a:chOff x="0" y="0"/>
            <a:chExt cx="24379238" cy="13599046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379301" cy="13599033"/>
            </a:xfrm>
            <a:custGeom>
              <a:avLst/>
              <a:gdLst/>
              <a:ahLst/>
              <a:cxnLst/>
              <a:rect l="l" t="t" r="r" b="b"/>
              <a:pathLst>
                <a:path w="24379301" h="13599033">
                  <a:moveTo>
                    <a:pt x="0" y="0"/>
                  </a:moveTo>
                  <a:lnTo>
                    <a:pt x="24379301" y="0"/>
                  </a:lnTo>
                  <a:lnTo>
                    <a:pt x="24379301" y="13599033"/>
                  </a:lnTo>
                  <a:lnTo>
                    <a:pt x="0" y="1359903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t="-29" b="-29"/>
              </a:stretch>
            </a:blipFill>
          </p:spPr>
        </p:sp>
      </p:grpSp>
      <p:sp>
        <p:nvSpPr>
          <p:cNvPr id="6" name="Metin kutusu 5"/>
          <p:cNvSpPr txBox="1"/>
          <p:nvPr/>
        </p:nvSpPr>
        <p:spPr>
          <a:xfrm>
            <a:off x="4875037" y="6286500"/>
            <a:ext cx="853440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tr-TR" sz="2400" b="1" dirty="0" smtClean="0">
                <a:solidFill>
                  <a:schemeClr val="tx2">
                    <a:lumMod val="50000"/>
                  </a:schemeClr>
                </a:solidFill>
              </a:rPr>
              <a:t>Bursa Teknik Üniversitesi - Bilgisayar Mühendisliği - 4. Sınıf </a:t>
            </a:r>
          </a:p>
          <a:p>
            <a:pPr algn="ctr"/>
            <a:r>
              <a:rPr lang="tr-TR" sz="2400" b="1" dirty="0" smtClean="0">
                <a:solidFill>
                  <a:schemeClr val="tx2">
                    <a:lumMod val="50000"/>
                  </a:schemeClr>
                </a:solidFill>
              </a:rPr>
              <a:t>Gamze </a:t>
            </a:r>
            <a:r>
              <a:rPr lang="tr-TR" sz="2400" b="1" dirty="0" smtClean="0">
                <a:solidFill>
                  <a:schemeClr val="tx2">
                    <a:lumMod val="50000"/>
                  </a:schemeClr>
                </a:solidFill>
              </a:rPr>
              <a:t>Yarımkulak</a:t>
            </a:r>
            <a:r>
              <a:rPr lang="tr-TR" sz="2400" b="1" dirty="0" smtClean="0">
                <a:solidFill>
                  <a:schemeClr val="tx2">
                    <a:lumMod val="50000"/>
                  </a:schemeClr>
                </a:solidFill>
              </a:rPr>
              <a:t> - 22360859036</a:t>
            </a:r>
            <a:endParaRPr lang="tr-TR" sz="2400" b="1" dirty="0">
              <a:solidFill>
                <a:schemeClr val="tx2">
                  <a:lumMod val="50000"/>
                </a:schemeClr>
              </a:solidFill>
            </a:endParaRPr>
          </a:p>
        </p:txBody>
      </p:sp>
      <p:sp>
        <p:nvSpPr>
          <p:cNvPr id="7" name="Metin kutusu 6"/>
          <p:cNvSpPr txBox="1"/>
          <p:nvPr/>
        </p:nvSpPr>
        <p:spPr>
          <a:xfrm>
            <a:off x="17373600" y="9923308"/>
            <a:ext cx="1143000" cy="381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tr-TR" dirty="0" smtClean="0"/>
              <a:t>01/12</a:t>
            </a:r>
            <a:endParaRPr lang="tr-TR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0" y="42853"/>
            <a:ext cx="18284428" cy="10199284"/>
            <a:chOff x="0" y="0"/>
            <a:chExt cx="24379238" cy="13599046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379301" cy="13599033"/>
            </a:xfrm>
            <a:custGeom>
              <a:avLst/>
              <a:gdLst/>
              <a:ahLst/>
              <a:cxnLst/>
              <a:rect l="l" t="t" r="r" b="b"/>
              <a:pathLst>
                <a:path w="24379301" h="13599033">
                  <a:moveTo>
                    <a:pt x="0" y="0"/>
                  </a:moveTo>
                  <a:lnTo>
                    <a:pt x="24379301" y="0"/>
                  </a:lnTo>
                  <a:lnTo>
                    <a:pt x="24379301" y="13599033"/>
                  </a:lnTo>
                  <a:lnTo>
                    <a:pt x="0" y="1359903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t="-29" b="-29"/>
              </a:stretch>
            </a:blipFill>
          </p:spPr>
        </p:sp>
      </p:grpSp>
      <p:sp>
        <p:nvSpPr>
          <p:cNvPr id="4" name="Metin kutusu 3"/>
          <p:cNvSpPr txBox="1"/>
          <p:nvPr/>
        </p:nvSpPr>
        <p:spPr>
          <a:xfrm>
            <a:off x="17373600" y="9923308"/>
            <a:ext cx="1143000" cy="381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tr-TR" dirty="0" smtClean="0"/>
              <a:t>02/12</a:t>
            </a:r>
            <a:endParaRPr lang="tr-TR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0" y="42853"/>
            <a:ext cx="18284428" cy="10199284"/>
            <a:chOff x="0" y="0"/>
            <a:chExt cx="24379238" cy="13599046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379301" cy="13599033"/>
            </a:xfrm>
            <a:custGeom>
              <a:avLst/>
              <a:gdLst/>
              <a:ahLst/>
              <a:cxnLst/>
              <a:rect l="l" t="t" r="r" b="b"/>
              <a:pathLst>
                <a:path w="24379301" h="13599033">
                  <a:moveTo>
                    <a:pt x="0" y="0"/>
                  </a:moveTo>
                  <a:lnTo>
                    <a:pt x="24379301" y="0"/>
                  </a:lnTo>
                  <a:lnTo>
                    <a:pt x="24379301" y="13599033"/>
                  </a:lnTo>
                  <a:lnTo>
                    <a:pt x="0" y="1359903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t="-29" b="-29"/>
              </a:stretch>
            </a:blipFill>
          </p:spPr>
        </p:sp>
      </p:grpSp>
      <p:sp>
        <p:nvSpPr>
          <p:cNvPr id="4" name="Metin kutusu 3"/>
          <p:cNvSpPr txBox="1"/>
          <p:nvPr/>
        </p:nvSpPr>
        <p:spPr>
          <a:xfrm>
            <a:off x="17373600" y="9923308"/>
            <a:ext cx="1143000" cy="381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tr-TR" dirty="0" smtClean="0"/>
              <a:t>03/12</a:t>
            </a:r>
            <a:endParaRPr lang="tr-TR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0" y="42853"/>
            <a:ext cx="18284428" cy="10199284"/>
            <a:chOff x="0" y="0"/>
            <a:chExt cx="24379238" cy="13599046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379301" cy="13599033"/>
            </a:xfrm>
            <a:custGeom>
              <a:avLst/>
              <a:gdLst/>
              <a:ahLst/>
              <a:cxnLst/>
              <a:rect l="l" t="t" r="r" b="b"/>
              <a:pathLst>
                <a:path w="24379301" h="13599033">
                  <a:moveTo>
                    <a:pt x="0" y="0"/>
                  </a:moveTo>
                  <a:lnTo>
                    <a:pt x="24379301" y="0"/>
                  </a:lnTo>
                  <a:lnTo>
                    <a:pt x="24379301" y="13599033"/>
                  </a:lnTo>
                  <a:lnTo>
                    <a:pt x="0" y="1359903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t="-29" b="-29"/>
              </a:stretch>
            </a:blipFill>
          </p:spPr>
        </p:sp>
      </p:grpSp>
      <p:sp>
        <p:nvSpPr>
          <p:cNvPr id="4" name="Metin kutusu 3"/>
          <p:cNvSpPr txBox="1"/>
          <p:nvPr/>
        </p:nvSpPr>
        <p:spPr>
          <a:xfrm>
            <a:off x="17373600" y="9923308"/>
            <a:ext cx="1143000" cy="381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tr-TR" dirty="0" smtClean="0"/>
              <a:t>04/12</a:t>
            </a:r>
            <a:endParaRPr lang="tr-TR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0" y="42853"/>
            <a:ext cx="18284428" cy="10199284"/>
            <a:chOff x="0" y="0"/>
            <a:chExt cx="24379238" cy="13599046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379301" cy="13599033"/>
            </a:xfrm>
            <a:custGeom>
              <a:avLst/>
              <a:gdLst/>
              <a:ahLst/>
              <a:cxnLst/>
              <a:rect l="l" t="t" r="r" b="b"/>
              <a:pathLst>
                <a:path w="24379301" h="13599033">
                  <a:moveTo>
                    <a:pt x="0" y="0"/>
                  </a:moveTo>
                  <a:lnTo>
                    <a:pt x="24379301" y="0"/>
                  </a:lnTo>
                  <a:lnTo>
                    <a:pt x="24379301" y="13599033"/>
                  </a:lnTo>
                  <a:lnTo>
                    <a:pt x="0" y="1359903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t="-29" b="-29"/>
              </a:stretch>
            </a:blipFill>
          </p:spPr>
        </p:sp>
      </p:grpSp>
      <p:sp>
        <p:nvSpPr>
          <p:cNvPr id="4" name="Metin kutusu 3"/>
          <p:cNvSpPr txBox="1"/>
          <p:nvPr/>
        </p:nvSpPr>
        <p:spPr>
          <a:xfrm>
            <a:off x="17373600" y="9923308"/>
            <a:ext cx="1143000" cy="381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tr-TR" dirty="0" smtClean="0"/>
              <a:t>05/12</a:t>
            </a:r>
            <a:endParaRPr lang="tr-TR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0" y="42853"/>
            <a:ext cx="18284428" cy="10199284"/>
            <a:chOff x="0" y="0"/>
            <a:chExt cx="24379238" cy="13599046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379301" cy="13599033"/>
            </a:xfrm>
            <a:custGeom>
              <a:avLst/>
              <a:gdLst/>
              <a:ahLst/>
              <a:cxnLst/>
              <a:rect l="l" t="t" r="r" b="b"/>
              <a:pathLst>
                <a:path w="24379301" h="13599033">
                  <a:moveTo>
                    <a:pt x="0" y="0"/>
                  </a:moveTo>
                  <a:lnTo>
                    <a:pt x="24379301" y="0"/>
                  </a:lnTo>
                  <a:lnTo>
                    <a:pt x="24379301" y="13599033"/>
                  </a:lnTo>
                  <a:lnTo>
                    <a:pt x="0" y="1359903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t="-29" b="-29"/>
              </a:stretch>
            </a:blipFill>
          </p:spPr>
        </p:sp>
      </p:grpSp>
      <p:sp>
        <p:nvSpPr>
          <p:cNvPr id="4" name="Metin kutusu 3"/>
          <p:cNvSpPr txBox="1"/>
          <p:nvPr/>
        </p:nvSpPr>
        <p:spPr>
          <a:xfrm>
            <a:off x="17373600" y="9923308"/>
            <a:ext cx="1143000" cy="381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tr-TR" dirty="0" smtClean="0"/>
              <a:t>06/12</a:t>
            </a:r>
            <a:endParaRPr lang="tr-TR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3572" y="87716"/>
            <a:ext cx="18284428" cy="10199284"/>
            <a:chOff x="0" y="0"/>
            <a:chExt cx="24379238" cy="13599046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379301" cy="13599033"/>
            </a:xfrm>
            <a:custGeom>
              <a:avLst/>
              <a:gdLst/>
              <a:ahLst/>
              <a:cxnLst/>
              <a:rect l="l" t="t" r="r" b="b"/>
              <a:pathLst>
                <a:path w="24379301" h="13599033">
                  <a:moveTo>
                    <a:pt x="0" y="0"/>
                  </a:moveTo>
                  <a:lnTo>
                    <a:pt x="24379301" y="0"/>
                  </a:lnTo>
                  <a:lnTo>
                    <a:pt x="24379301" y="13599033"/>
                  </a:lnTo>
                  <a:lnTo>
                    <a:pt x="0" y="1359903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t="-29" b="-29"/>
              </a:stretch>
            </a:blipFill>
          </p:spPr>
        </p:sp>
      </p:grpSp>
      <p:sp>
        <p:nvSpPr>
          <p:cNvPr id="4" name="Metin kutusu 3"/>
          <p:cNvSpPr txBox="1"/>
          <p:nvPr/>
        </p:nvSpPr>
        <p:spPr>
          <a:xfrm>
            <a:off x="17373600" y="9923308"/>
            <a:ext cx="1143000" cy="381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tr-TR" dirty="0" smtClean="0"/>
              <a:t>07/12</a:t>
            </a:r>
            <a:endParaRPr lang="tr-TR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0" y="42853"/>
            <a:ext cx="18284428" cy="10199284"/>
            <a:chOff x="0" y="0"/>
            <a:chExt cx="24379238" cy="13599046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379301" cy="13599033"/>
            </a:xfrm>
            <a:custGeom>
              <a:avLst/>
              <a:gdLst/>
              <a:ahLst/>
              <a:cxnLst/>
              <a:rect l="l" t="t" r="r" b="b"/>
              <a:pathLst>
                <a:path w="24379301" h="13599033">
                  <a:moveTo>
                    <a:pt x="0" y="0"/>
                  </a:moveTo>
                  <a:lnTo>
                    <a:pt x="24379301" y="0"/>
                  </a:lnTo>
                  <a:lnTo>
                    <a:pt x="24379301" y="13599033"/>
                  </a:lnTo>
                  <a:lnTo>
                    <a:pt x="0" y="1359903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t="-29" b="-29"/>
              </a:stretch>
            </a:blipFill>
          </p:spPr>
        </p:sp>
      </p:grpSp>
      <p:sp>
        <p:nvSpPr>
          <p:cNvPr id="4" name="Metin kutusu 3"/>
          <p:cNvSpPr txBox="1"/>
          <p:nvPr/>
        </p:nvSpPr>
        <p:spPr>
          <a:xfrm>
            <a:off x="17373600" y="9923308"/>
            <a:ext cx="1143000" cy="381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tr-TR" dirty="0" smtClean="0">
                <a:solidFill>
                  <a:schemeClr val="bg1"/>
                </a:solidFill>
              </a:rPr>
              <a:t>08/12</a:t>
            </a:r>
            <a:endParaRPr lang="tr-TR" dirty="0">
              <a:solidFill>
                <a:schemeClr val="bg1"/>
              </a:solidFill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0" y="42853"/>
            <a:ext cx="18284428" cy="10199284"/>
            <a:chOff x="0" y="0"/>
            <a:chExt cx="24379238" cy="13599046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379301" cy="13599033"/>
            </a:xfrm>
            <a:custGeom>
              <a:avLst/>
              <a:gdLst/>
              <a:ahLst/>
              <a:cxnLst/>
              <a:rect l="l" t="t" r="r" b="b"/>
              <a:pathLst>
                <a:path w="24379301" h="13599033">
                  <a:moveTo>
                    <a:pt x="0" y="0"/>
                  </a:moveTo>
                  <a:lnTo>
                    <a:pt x="24379301" y="0"/>
                  </a:lnTo>
                  <a:lnTo>
                    <a:pt x="24379301" y="13599033"/>
                  </a:lnTo>
                  <a:lnTo>
                    <a:pt x="0" y="1359903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t="-29" b="-29"/>
              </a:stretch>
            </a:blipFill>
          </p:spPr>
        </p:sp>
      </p:grpSp>
      <p:sp>
        <p:nvSpPr>
          <p:cNvPr id="5" name="Metin kutusu 4"/>
          <p:cNvSpPr txBox="1"/>
          <p:nvPr/>
        </p:nvSpPr>
        <p:spPr>
          <a:xfrm>
            <a:off x="17373600" y="9923308"/>
            <a:ext cx="1143000" cy="381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tr-TR" dirty="0" smtClean="0">
                <a:solidFill>
                  <a:schemeClr val="bg1"/>
                </a:solidFill>
              </a:rPr>
              <a:t>09/12</a:t>
            </a:r>
            <a:endParaRPr lang="tr-TR" dirty="0">
              <a:solidFill>
                <a:schemeClr val="bg1"/>
              </a:solidFill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0" y="42853"/>
            <a:ext cx="18284428" cy="10199284"/>
            <a:chOff x="0" y="0"/>
            <a:chExt cx="24379238" cy="13599046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379301" cy="13599033"/>
            </a:xfrm>
            <a:custGeom>
              <a:avLst/>
              <a:gdLst/>
              <a:ahLst/>
              <a:cxnLst/>
              <a:rect l="l" t="t" r="r" b="b"/>
              <a:pathLst>
                <a:path w="24379301" h="13599033">
                  <a:moveTo>
                    <a:pt x="0" y="0"/>
                  </a:moveTo>
                  <a:lnTo>
                    <a:pt x="24379301" y="0"/>
                  </a:lnTo>
                  <a:lnTo>
                    <a:pt x="24379301" y="13599033"/>
                  </a:lnTo>
                  <a:lnTo>
                    <a:pt x="0" y="1359903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t="-29" b="-29"/>
              </a:stretch>
            </a:blipFill>
          </p:spPr>
        </p:sp>
      </p:grpSp>
      <p:sp>
        <p:nvSpPr>
          <p:cNvPr id="4" name="Metin kutusu 3"/>
          <p:cNvSpPr txBox="1"/>
          <p:nvPr/>
        </p:nvSpPr>
        <p:spPr>
          <a:xfrm>
            <a:off x="17373600" y="9923308"/>
            <a:ext cx="1143000" cy="381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tr-TR" dirty="0" smtClean="0">
                <a:solidFill>
                  <a:schemeClr val="bg1"/>
                </a:solidFill>
              </a:rPr>
              <a:t>10/12</a:t>
            </a:r>
            <a:endParaRPr lang="tr-TR" dirty="0">
              <a:solidFill>
                <a:schemeClr val="bg1"/>
              </a:solidFill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0" y="42853"/>
            <a:ext cx="18284428" cy="10199284"/>
            <a:chOff x="0" y="0"/>
            <a:chExt cx="24379238" cy="13599046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379301" cy="13599033"/>
            </a:xfrm>
            <a:custGeom>
              <a:avLst/>
              <a:gdLst/>
              <a:ahLst/>
              <a:cxnLst/>
              <a:rect l="l" t="t" r="r" b="b"/>
              <a:pathLst>
                <a:path w="24379301" h="13599033">
                  <a:moveTo>
                    <a:pt x="0" y="0"/>
                  </a:moveTo>
                  <a:lnTo>
                    <a:pt x="24379301" y="0"/>
                  </a:lnTo>
                  <a:lnTo>
                    <a:pt x="24379301" y="13599033"/>
                  </a:lnTo>
                  <a:lnTo>
                    <a:pt x="0" y="1359903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t="-29" b="-29"/>
              </a:stretch>
            </a:blipFill>
          </p:spPr>
        </p:sp>
      </p:grpSp>
      <p:sp>
        <p:nvSpPr>
          <p:cNvPr id="4" name="Metin kutusu 3"/>
          <p:cNvSpPr txBox="1"/>
          <p:nvPr/>
        </p:nvSpPr>
        <p:spPr>
          <a:xfrm>
            <a:off x="17373600" y="9923308"/>
            <a:ext cx="1143000" cy="381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tr-TR" dirty="0" smtClean="0">
                <a:solidFill>
                  <a:schemeClr val="bg1"/>
                </a:solidFill>
              </a:rPr>
              <a:t>11/12</a:t>
            </a:r>
            <a:endParaRPr lang="tr-TR" dirty="0">
              <a:solidFill>
                <a:schemeClr val="bg1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0" y="42853"/>
            <a:ext cx="18284428" cy="10199284"/>
            <a:chOff x="0" y="0"/>
            <a:chExt cx="24379238" cy="13599046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379301" cy="13599033"/>
            </a:xfrm>
            <a:custGeom>
              <a:avLst/>
              <a:gdLst/>
              <a:ahLst/>
              <a:cxnLst/>
              <a:rect l="l" t="t" r="r" b="b"/>
              <a:pathLst>
                <a:path w="24379301" h="13599033">
                  <a:moveTo>
                    <a:pt x="0" y="0"/>
                  </a:moveTo>
                  <a:lnTo>
                    <a:pt x="24379301" y="0"/>
                  </a:lnTo>
                  <a:lnTo>
                    <a:pt x="24379301" y="13599033"/>
                  </a:lnTo>
                  <a:lnTo>
                    <a:pt x="0" y="1359903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t="-29" b="-29"/>
              </a:stretch>
            </a:blipFill>
          </p:spPr>
        </p:sp>
      </p:grpSp>
      <p:sp>
        <p:nvSpPr>
          <p:cNvPr id="4" name="Metin kutusu 3"/>
          <p:cNvSpPr txBox="1"/>
          <p:nvPr/>
        </p:nvSpPr>
        <p:spPr>
          <a:xfrm>
            <a:off x="17373600" y="9923308"/>
            <a:ext cx="1143000" cy="381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tr-TR" dirty="0" smtClean="0">
                <a:solidFill>
                  <a:schemeClr val="bg1"/>
                </a:solidFill>
              </a:rPr>
              <a:t>12/12</a:t>
            </a:r>
            <a:endParaRPr lang="tr-TR" dirty="0">
              <a:solidFill>
                <a:schemeClr val="bg1"/>
              </a:solidFill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26</Words>
  <Application>Microsoft Office PowerPoint</Application>
  <PresentationFormat>Özel</PresentationFormat>
  <Paragraphs>14</Paragraphs>
  <Slides>12</Slides>
  <Notes>0</Notes>
  <HiddenSlides>0</HiddenSlides>
  <MMClips>0</MMClips>
  <ScaleCrop>false</ScaleCrop>
  <HeadingPairs>
    <vt:vector size="6" baseType="variant">
      <vt:variant>
        <vt:lpstr>Kullanılan Yazı Tipleri</vt:lpstr>
      </vt:variant>
      <vt:variant>
        <vt:i4>2</vt:i4>
      </vt:variant>
      <vt:variant>
        <vt:lpstr>Tema</vt:lpstr>
      </vt:variant>
      <vt:variant>
        <vt:i4>1</vt:i4>
      </vt:variant>
      <vt:variant>
        <vt:lpstr>Slayt Başlıkları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PowerPoint Sunusu</vt:lpstr>
      <vt:lpstr>PowerPoint Sunusu</vt:lpstr>
      <vt:lpstr>PowerPoint Sunusu</vt:lpstr>
      <vt:lpstr>PowerPoint Sunusu</vt:lpstr>
      <vt:lpstr>PowerPoint Sunusu</vt:lpstr>
      <vt:lpstr>PowerPoint Sunusu</vt:lpstr>
      <vt:lpstr>PowerPoint Sunusu</vt:lpstr>
      <vt:lpstr>PowerPoint Sunusu</vt:lpstr>
      <vt:lpstr>PowerPoint Sunusu</vt:lpstr>
      <vt:lpstr>PowerPoint Sunusu</vt:lpstr>
      <vt:lpstr>PowerPoint Sunusu</vt:lpstr>
      <vt:lpstr>PowerPoint Sunusu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Autonomous_Quality_Evolution.pptx</dc:title>
  <cp:lastModifiedBy>LENOVO</cp:lastModifiedBy>
  <cp:revision>2</cp:revision>
  <dcterms:created xsi:type="dcterms:W3CDTF">2006-08-16T00:00:00Z</dcterms:created>
  <dcterms:modified xsi:type="dcterms:W3CDTF">2026-05-19T10:26:00Z</dcterms:modified>
  <dc:identifier>DAHJ69in1UA</dc:identifier>
</cp:coreProperties>
</file>